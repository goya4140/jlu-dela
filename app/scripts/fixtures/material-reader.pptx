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Network course — 第一张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45720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Sender → Receiver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27432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Reliable delivery — 第二张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45720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Sequence / Acknowledgment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27432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